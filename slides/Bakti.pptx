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0284C7"/>
                </a:solidFill>
                <a:latin typeface="Fraunces"/>
              </a:rPr>
              <a:t>Bakti | A monthly allowance your parents collect as cash.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1617A"/>
                </a:solidFill>
                <a:latin typeface="Manrope"/>
              </a:rPr>
              <a:t>Stellar APAC Hackathon 2026 · Track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1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284C7"/>
                </a:solidFill>
                <a:latin typeface="Manrope"/>
              </a:rPr>
              <a:t>THE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B1B2B"/>
                </a:solidFill>
                <a:latin typeface="Manrope"/>
              </a:rPr>
              <a:t>"I always meant to send money to Ayah."
Dewi is an Indonesian caregiver in Singapore.
Some months she remembers to send money home.
Some months she forgets — between double shifts, it slips away.
When she forgets, her father stretches his medicine.
He doesn't use crypto. He uses the corner pickup shop.
Bakti
Dewi doesn't want a transfer. She wants a standing allowance she can trust to land every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Philippines 2024 inflow: $38 billion USD (World Bank / KNOMAD).
• Forecast 2025: $38.3 billion. Trajectory: $40 billion by 2026.
• Top sources: Saudi Arabia, UAE, USA, Singapore, Hong Kong, Qatar, Kuwait, Japan, UK, Canada.
• Malaysia sends $10–12 billion a year to PH, ID, BD, NP, IN.
• MY–PH is the densest single intra-Asia remittance lane.
• Average global cost of sending $200: 6.4% (WB Remittance Prices Q4 2024).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Sender: OFW or contract worker, 25–45 years old.
• Has a bank or mobile money account abroad. Comfortable with a Stellar wallet.
• Receiver: parent, 55–75 years old.
• No smartphone. No bank account. No crypto.
• Dignity matters: no complex apps, no seed phrases.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WHY STELLAR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The only chain where this ends in cash.
• Anchors and SEP-24: a real standardized path from stablecoin to local cash pickup.
• Sub-cent fees: a $25 allowance is not eaten by the rails.
• SEP-10 and SEP-23: auth and per-family attribution built into the protocol.
• USDC on Stellar: natively issued by Circle. No bridged assets. No counterparty risk.
• Soroban escrow: permissionless keeper release. Non-custodial. Auditable on-chain.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ANCHOR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SEP-24: standardized off-ramp. Bakti is the SEP-24 wallet client.
• SEP-10: user signs the challenge; Bakti server exchanges it for an anchor JWT.
• POST /withdraw/interactive: Bakti sends destination (muxed), asset, amount.
• GET /transaction: polls until status=completed; pickup_ref = transaction_id.
• Target anchor: Coins.ph (Philippines, Bangko Sentral ng Pilipinas registered VASP).
• Off-ramp is demo until a live SEP-24 anchor signs a partnership.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WHY US /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Receiver stays non-crypto-native — dignity preserved at every step.
• Standing order vs. one-off: predictability changes parent finances.
• On-chain receipt is the audit trail — provable, not opaque.
• Built on Stellar: any Stellar wallet works. No proprietary lock-in.
• Anchor off-ramp standard: swap partner without changing code.
• Demo live on Stellar mainnet. Pilot anchor in progress.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Target: take rate on the on-ramp leg once fiat partner signs.
• Anchor referral fee: Bakti drives users to SEP-24 partners.
• Target all-in cost to sender: 2% or less.
• Compare: global average 6.4%, traditional wire 8–12%.
• Bakti never holds funds. Non-custodial by design.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Philippines first: Coins.ph ecosystem, OFW Facebook groups, diaspora orgs, remittance clinics in Saudi Arabia and UAE.
• Malaysia to Philippines second: existing high-volume corridor, mature, competitive.
• Indonesia, Vietnam, Thailand: expansion after anchor coverage confirmed per corridor.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Now: Stellar mainnet live with anchor demo.
• 30 days: pilot with one Philippines anchor.
• 90 days: second corridor live.
• 180 days: licensed Malaysia rail via local e-money partner.
• Year 1: 5 corridors, 1,000 active allowances, 10 anchor partnerships.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284C7"/>
                </a:solidFill>
                <a:latin typeface="Manrope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0B1B2B"/>
                </a:solidFill>
                <a:latin typeface="Manrope"/>
              </a:rPr>
              <a:t>• Pilot anchor partner: SEP-24 integration with cash_pickup type.
• Intro to one Philippines diaspora organization in the Gulf.
• Introductions to PH remittance compliance contacts.
• Funding to support anchor integration and legal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